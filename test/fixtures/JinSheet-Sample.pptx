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a:p>
        <a:r>
          <a:t>JinSheet PowerPoint 샘플</a:t>
        </a:r>
      </a:p>
      <a:p>
        <a:r>
          <a:t>슬라이드 텍스트 미리보기 확인</a:t>
        </a:r>
      </a: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a:p>
        <a:r>
          <a:t>두 번째 슬라이드</a:t>
        </a:r>
      </a:p>
      <a:p>
        <a:r>
          <a:t>이 파일은 읽기 전용입니다.</a:t>
        </a:r>
      </a:p>
    </p:spTree>
  </p:cSld>
</p:sld>
</file>